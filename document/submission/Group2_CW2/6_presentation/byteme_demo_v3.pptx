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6A34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22C55E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68680"/>
            <a:ext cx="658368" cy="658368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82296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Me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&amp; Live Demo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438912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0592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    Problem recap &amp; what's delivered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 min  Live demo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min  Deployment &amp; handover docs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    Evaluation &amp; limitations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Byte Me  ·  University of Exeter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0" y="109728"/>
            <a:ext cx="1645920" cy="5669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1097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0" y="402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FEF9C3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14400"/>
            <a:ext cx="137160" cy="77724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601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2161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~9.5 million tonnes of food wasted in the UK each year. Sellers have no scalable way to connect surplus stock with organisations that can use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28800"/>
            <a:ext cx="109728" cy="1920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Byte Me Delivers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231136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marketplace: sellers list surplus bundles, orgs reserve &amp; collect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(EMA model) with quantity recommendations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with streaks &amp; badges to drive consistent rescue behaviour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828800"/>
            <a:ext cx="109728" cy="1920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2231136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 / PostgreSQL with JWT auth and role-based access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/ TypeScript / Tailwind CSS frontend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with JUnit 5 tests and npm build on every push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2651760" cy="987552"/>
          </a:xfrm>
          <a:prstGeom prst="rect">
            <a:avLst/>
          </a:prstGeom>
          <a:solidFill>
            <a:srgbClr val="14532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13632"/>
            <a:ext cx="26517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9684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roles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43616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&amp; Org Admin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913632"/>
            <a:ext cx="2651760" cy="987552"/>
          </a:xfrm>
          <a:prstGeom prst="rect">
            <a:avLst/>
          </a:prstGeom>
          <a:solidFill>
            <a:srgbClr val="14532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3913632"/>
            <a:ext cx="26517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39684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00400" y="43616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3913632"/>
            <a:ext cx="2651760" cy="987552"/>
          </a:xfrm>
          <a:prstGeom prst="rect">
            <a:avLst/>
          </a:prstGeom>
          <a:solidFill>
            <a:srgbClr val="14532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3913632"/>
            <a:ext cx="26517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39684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035040" y="43616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6A34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22C55E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457200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633472"/>
            <a:ext cx="292608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633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workflow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2633472"/>
            <a:ext cx="292608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36592" y="2633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workflow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292608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3291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43400" y="3291840"/>
            <a:ext cx="292608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3291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forecast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 min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Handover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0" y="109728"/>
            <a:ext cx="1645920" cy="5669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1097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0" y="402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109728" cy="1828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Setup (README.md)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362456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repo, create byte_me PostgreSQL DB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backend/.env (DB_URL, JWT_SECRET, SERVER_PORT)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backend &amp;&amp; mvn spring-boot:run  |  cd frontend &amp;&amp; npm run dev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109728" cy="1828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Setup Scripts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1362456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scripts/setup-mac.sh for one-command macOS setup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scripts/setup-windows.ps1 PowerShell equivalent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handle DB creation and .env templating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109728" cy="1920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328416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migrations in src/main/resources/db/migration/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V1__init_schema.sql with full schema, triggers &amp; indexes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R__seed.sql repeatable seed with test users &amp; 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26080"/>
            <a:ext cx="109728" cy="1920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Credentials (Users.txt)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3328416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seller1@byteme.test / password123  (Seller)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orgadmin1@byteme.test / password123  (Org Admin)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in Users.txt at repo root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0" y="109728"/>
            <a:ext cx="1645920" cy="5669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1097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0" y="402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109728" cy="21031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362456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flow: bundle, reserve, collect, gamify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forecasting outperforms both baselines (lower MAE &amp; RMSE)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test classes covering unit, controller, repository &amp; integration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109728" cy="21031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1362456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flag is boolean, live weather API not integrated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page UI left as placeholder (API fully working)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AA partial conformance, screen reader not yet built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8412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46120"/>
            <a:ext cx="109728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3375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648456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sprints enforced regular delivery and prevented last-minute rush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caught regressions before they reached main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chosen deliberately for explicit patent protection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6A34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22C55E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658368" cy="658368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86868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457200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Byte Me  ·  University of Exeter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Byte Me – Final Presentation &amp; Live Demo</dc:title>
  <dc:subject>PptxGenJS Presentation</dc:subject>
  <dc:creator>PptxGenJS</dc:creator>
  <cp:lastModifiedBy>PptxGenJS</cp:lastModifiedBy>
  <cp:revision>1</cp:revision>
  <dcterms:created xsi:type="dcterms:W3CDTF">2026-03-17T18:05:32Z</dcterms:created>
  <dcterms:modified xsi:type="dcterms:W3CDTF">2026-03-17T18:05:32Z</dcterms:modified>
</cp:coreProperties>
</file>